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2639a1d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2639a1d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40ed7cc29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40ed7cc2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024184a3b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024184a3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024184a3bf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024184a3bf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024184a3bf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024184a3bf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024184a3b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024184a3b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024184a3bf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024184a3b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0ceb50a69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0ceb50a69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02639a1d31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02639a1d3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nodejs.org/en/learn/getting-started/how-to-install-nodejs" TargetMode="External"/><Relationship Id="rId4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riehlegroup/adap-names" TargetMode="External"/><Relationship Id="rId4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typescriptlang.org/download/" TargetMode="External"/><Relationship Id="rId4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ode.visualstudio.com/docs" TargetMode="External"/><Relationship Id="rId4" Type="http://schemas.openxmlformats.org/officeDocument/2006/relationships/hyperlink" Target="https://code.visualstudio.com/Download" TargetMode="External"/><Relationship Id="rId5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ode.visualstudio.com/docs/sourcecontrol/github" TargetMode="External"/><Relationship Id="rId4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Setup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A02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GitHub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npm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Typescript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ADAP Examples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VS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Vitest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version control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your operating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apt install git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git config </a:t>
            </a:r>
            <a:r>
              <a:rPr lang="en"/>
              <a:t>--global user.name “Friedrich Alexander”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git config --global user.email friedalexuni@gmail.com</a:t>
            </a:r>
            <a:endParaRPr/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software forge [1] based on git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None, but you need an account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</a:t>
            </a:r>
            <a:endParaRPr/>
          </a:p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74" name="Google Shape;74;p1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GitHub redefined the category and sometimes “hub” is used synonymously with forge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Node (Node.js)</a:t>
            </a:r>
            <a:endParaRPr/>
          </a:p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Node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framework and toolset for developing Javascript applications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https://nodejs.org/en/learn/getting-started/how-to-install-nodejs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your operating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your user account (not root user if on your own machine)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apt install curl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curl -o- https://raw.githubusercontent.com/nvm-sh/nvm/v0.40.0/install.sh | bash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nvm install-latest-npm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8DEE9"/>
              </a:solidFill>
              <a:highlight>
                <a:srgbClr val="0D121C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50">
              <a:solidFill>
                <a:srgbClr val="88C0D0"/>
              </a:solidFill>
              <a:highlight>
                <a:srgbClr val="0D121C"/>
              </a:highlight>
            </a:endParaRPr>
          </a:p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npm (npmjs)</a:t>
            </a:r>
            <a:endParaRPr/>
          </a:p>
        </p:txBody>
      </p:sp>
      <p:sp>
        <p:nvSpPr>
          <p:cNvPr id="87" name="Google Shape;87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npm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package manager for </a:t>
            </a:r>
            <a:r>
              <a:rPr lang="en"/>
              <a:t>managing</a:t>
            </a:r>
            <a:r>
              <a:rPr lang="en"/>
              <a:t> dependencies in Javascript applications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Comes with Node</a:t>
            </a:r>
            <a:endParaRPr/>
          </a:p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ADAP Examples and Homework</a:t>
            </a:r>
            <a:endParaRPr/>
          </a:p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riehlegroup/adap-names contains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Our running example code; use as you see fit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First fork on GitHub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https://github.com/riehlegroup/adap-names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Then clone to your work machine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git clone https://github.com/friedalex/adap-names.git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install # installs project dependencies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run build # compiles and builds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run test # runs tests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Typescript</a:t>
            </a:r>
            <a:endParaRPr/>
          </a:p>
        </p:txBody>
      </p:sp>
      <p:sp>
        <p:nvSpPr>
          <p:cNvPr id="101" name="Google Shape;101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Typescript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more type-safe Javascript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https://www.typescriptlang.org/download/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npm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(if not present in package.json)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install typescript </a:t>
            </a:r>
            <a:r>
              <a:rPr lang="en"/>
              <a:t>--save-dev # local install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install @types/node --save-dev # install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 Studio Code</a:t>
            </a:r>
            <a:endParaRPr/>
          </a:p>
        </p:txBody>
      </p:sp>
      <p:sp>
        <p:nvSpPr>
          <p:cNvPr id="108" name="Google Shape;108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 Studio Code (VS Code)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flexible integrated development environment (IDE)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Strong on Javascript and Typescript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https://code.visualstudio.com/docs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your operating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Download from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https://code.visualstudio.com/Download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Install as your operating system sees fit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 in VS Code</a:t>
            </a:r>
            <a:endParaRPr/>
          </a:p>
        </p:txBody>
      </p:sp>
      <p:sp>
        <p:nvSpPr>
          <p:cNvPr id="115" name="Google Shape;115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 Pull Requests and Issues extension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VS Code extension to nicely integrate with GitHub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https://code.visualstudio.com/docs/sourcecontrol/github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VS Code Extensions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Vitest</a:t>
            </a:r>
            <a:endParaRPr/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Vitest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Javascript/Typescript testing framework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Will be automatically pulled in by npm as a dependency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may find the VS Code plugin helpful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Install Vitest plugin through VS Code Extensions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may want to create a VS code launch.json configuration for Vitest</a:t>
            </a:r>
            <a:endParaRPr/>
          </a:p>
        </p:txBody>
      </p: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29" name="Google Shape;129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GitHub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npm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Typescript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ADAP Examples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VS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Vitest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136" name="Google Shape;136;p20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3" name="Google Shape;143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