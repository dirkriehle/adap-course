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Systems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D06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transfered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72" name="Google Shape;72;p1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