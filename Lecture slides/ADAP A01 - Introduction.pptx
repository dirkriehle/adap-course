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3A1C58-89AA-44FB-8F8D-E0E6B17AB47A}">
  <a:tblStyle styleId="{273A1C58-89AA-44FB-8F8D-E0E6B17AB47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e7ced0a8d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e7ced0a8d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8fe33275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108fe33275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08fe332759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08fe332759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8c883704b8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8c883704b8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cc7df650f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cc7df650f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08fe332759_2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08fe332759_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6e50f01cd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6e50f01cd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395919313b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395919313b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1d3edfe9d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1d3edfe9d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cc48c0d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cc48c0d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395919313b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395919313b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08fe332759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08fe332759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cc48c0d1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cc48c0d1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cc48c0d17f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cc48c0d17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395919313b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395919313b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0a7ab4b1d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0a7ab4b1d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108fe332759_2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108fe332759_2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08fe332759_2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08fe332759_2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395919313b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395919313b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e7ced0a8d6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e7ced0a8d6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7ced0a8d6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7ced0a8d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oss.cs.fau.de/teaching/course-resources/grading-schemes-and-scales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myc.uni1.de" TargetMode="External"/><Relationship Id="rId4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oss.cs.fau.de/2012/03/10/english-or-german-deutsch-oder-englisch/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dap.uni1.de" TargetMode="External"/><Relationship Id="rId4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ADAP [1]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53" name="Google Shape;53;p8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Advanced Design and Programming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Learning Goals</a:t>
            </a:r>
            <a:endParaRPr/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and apply advanced design and programming concepts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and work with a simple but realistic web application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requirements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Familiarity </a:t>
            </a:r>
            <a:r>
              <a:rPr lang="en"/>
              <a:t>with </a:t>
            </a:r>
            <a:r>
              <a:rPr lang="en"/>
              <a:t>(or willingness to learn) Typescript and an IDE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an intermediate period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Tolerance for </a:t>
            </a:r>
            <a:r>
              <a:rPr lang="en"/>
              <a:t>working</a:t>
            </a:r>
            <a:r>
              <a:rPr lang="en"/>
              <a:t> with a living example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German language skills for 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English language skills for design and programming</a:t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74" name="Google Shape;74;p1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{273A1C58-89AA-44FB-8F8D-E0E6B17AB47A}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1" name="Google Shape;81;p1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VUE = Lecture + exercise (Vorlesung + Übung)</a:t>
            </a:r>
            <a:endParaRPr/>
          </a:p>
        </p:txBody>
      </p:sp>
      <p:sp>
        <p:nvSpPr>
          <p:cNvPr id="82" name="Google Shape;82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</a:t>
            </a:r>
            <a:r>
              <a:rPr lang="en"/>
              <a:t> = OSS-ADAP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Lehrveranstaltung = OSS-ADAP-VUE [1] with 4 SWS, 5 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Lecture part = 2 SWS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Exercise (homework discussion) part = 2 SWS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the Informatik degree program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 VL + UE (Bachelor, Master) in den Säulen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Theorie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seminar (Bachelor, Master)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ADAP-VUE</a:t>
            </a:r>
            <a:r>
              <a:rPr lang="en"/>
              <a:t> Grading [1]</a:t>
            </a:r>
            <a:endParaRPr/>
          </a:p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9" name="Google Shape;89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Lecture content (2 SWS) = 30 / 150 = 20%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[0..10] each class session using class quizzes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= 120 / 150 = 80%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[0..10] using tool and grading rubric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https://oss.cs.fau.de/teaching/course-resources/grading-schemes-and-scales/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Management System</a:t>
            </a:r>
            <a:endParaRPr/>
          </a:p>
        </p:txBody>
      </p:sp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sign up on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https://myc.uni1.de</a:t>
            </a:r>
            <a:r>
              <a:rPr lang="en"/>
              <a:t> for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Make sure your first and last name match your university credentials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You must use your university email address for your account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accounts with non-university email addresses will be removed</a:t>
            </a:r>
            <a:endParaRPr/>
          </a:p>
        </p:txBody>
      </p:sp>
      <p:sp>
        <p:nvSpPr>
          <p:cNvPr id="97" name="Google Shape;97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class session starts with a class quiz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quiz will open precisely when class starts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quiz is administered automatically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your job to have reliable Internet access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no way to make up for a missed quiz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</a:t>
            </a:r>
            <a:endParaRPr/>
          </a:p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Quiz Grading</a:t>
            </a:r>
            <a:endParaRPr/>
          </a:p>
        </p:txBody>
      </p:sp>
      <p:sp>
        <p:nvSpPr>
          <p:cNvPr id="110" name="Google Shape;11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quizzes are weighted equally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will test your understanding of last session’s topic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typically has 5 questions and will last 10 minutes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overall quiz is graded using [0..10] scheme (10 points in total)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Miss four or more quizzes and you fail the course</a:t>
            </a:r>
            <a:endParaRPr/>
          </a:p>
        </p:txBody>
      </p:sp>
      <p:sp>
        <p:nvSpPr>
          <p:cNvPr id="111" name="Google Shape;11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Grading</a:t>
            </a:r>
            <a:endParaRPr/>
          </a:p>
        </p:txBody>
      </p:sp>
      <p:sp>
        <p:nvSpPr>
          <p:cNvPr id="117" name="Google Shape;117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homework submissions will be weighted equally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homework will be graded on a [0..10] scale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will be 12 homework submissions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Miss four or more homework assignments and you fail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124" name="Google Shape;12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8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126" name="Google Shape;12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132" name="Google Shape;132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Class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German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Exercise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German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Homework: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Participation (Auditing)</a:t>
            </a:r>
            <a:endParaRPr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course is provided publicly, you can always audit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Auditing will not give you credit points towards a degree</a:t>
            </a:r>
            <a:endParaRPr/>
          </a:p>
        </p:txBody>
      </p:sp>
      <p:sp>
        <p:nvSpPr>
          <p:cNvPr id="141" name="Google Shape;141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Registration / Waitlist</a:t>
            </a:r>
            <a:endParaRPr/>
          </a:p>
        </p:txBody>
      </p:sp>
      <p:sp>
        <p:nvSpPr>
          <p:cNvPr id="147" name="Google Shape;147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Students must have passed a (trivial) entrance 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We use stratified randomized sampling to select students 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Our current student limit for the course is 30 students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Everyone is required to participate in this first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We will inform you after class if you got off the waitlist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vs. Exam Registration</a:t>
            </a:r>
            <a:r>
              <a:rPr lang="en"/>
              <a:t> [1]</a:t>
            </a:r>
            <a:endParaRPr/>
          </a:p>
        </p:txBody>
      </p:sp>
      <p:sp>
        <p:nvSpPr>
          <p:cNvPr id="154" name="Google Shape;154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management and exam registration are two separate steps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want to receive a grade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You must register through your university’s exam registration system</a:t>
            </a:r>
            <a:endParaRPr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Your degree program may have split the course into two (VL + UE)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Please check asap that the course is available in your degree program!</a:t>
            </a:r>
            <a:endParaRPr b="1"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Otherwise</a:t>
            </a:r>
            <a:r>
              <a:rPr lang="en"/>
              <a:t>: No grade</a:t>
            </a:r>
            <a:endParaRPr/>
          </a:p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56" name="Google Shape;156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Prüfungsanmeldung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 Management (Winter 2025/26)</a:t>
            </a:r>
            <a:endParaRPr/>
          </a:p>
        </p:txBody>
      </p:sp>
      <p:sp>
        <p:nvSpPr>
          <p:cNvPr id="162" name="Google Shape;162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3" name="Google Shape;163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did not finish ADAP preparations; this instance is experimental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will not receive any homework feedback during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take note of these restrictions; we recommend you try next year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organization a.k.a. information index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https://adap.uni1.de</a:t>
            </a:r>
            <a:r>
              <a:rPr lang="en"/>
              <a:t> 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schedule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Schedule tab on Course organization doc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169" name="Google Shape;16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Organization</a:t>
            </a:r>
            <a:endParaRPr/>
          </a:p>
        </p:txBody>
      </p:sp>
      <p:sp>
        <p:nvSpPr>
          <p:cNvPr id="170" name="Google Shape;17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176" name="Google Shape;17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7" name="Google Shape;17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Class session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of last week (quiz)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Presentation of this week’s topic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Homework review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Discussion of articles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Discussion of homework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Homework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Course organization doc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Self-organized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183" name="Google Shape;183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Non-urgent questions will be answered in class</a:t>
            </a:r>
            <a:endParaRPr/>
          </a:p>
        </p:txBody>
      </p:sp>
      <p:sp>
        <p:nvSpPr>
          <p:cNvPr id="184" name="Google Shape;184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90" name="Google Shape;190;p2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96" name="Google Shape;196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7" name="Google Shape;197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