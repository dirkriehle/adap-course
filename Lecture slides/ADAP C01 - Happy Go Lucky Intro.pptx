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b631d71d5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b631d71d5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b631d71d5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b631d71d5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b631d71d5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b631d71d5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b631d71d51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b631d71d51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631d71d5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b631d71d5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631d71d51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b631d71d51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b631d71d51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b631d71d51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b631d71d51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b631d71d51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b631d71d51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b631d71d51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b631d71d51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b631d71d51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631d71d51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b631d71d51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b631d71d51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b631d71d51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b631d71d51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b631d71d51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b631d71d51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b631d71d51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mailto:git@github.com" TargetMode="External"/><Relationship Id="rId4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Happy Go Lucky Introduction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C01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Happy Go Lucky (HGL)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web app to support our project based teaching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Original HGL solutions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Happiness index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Standup emails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Code tracking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Happy Go Lucky Vision</a:t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Setup and Test of Happy Go Lucky</a:t>
            </a:r>
            <a:endParaRPr/>
          </a:p>
        </p:txBody>
      </p:sp>
      <p:sp>
        <p:nvSpPr>
          <p:cNvPr id="65" name="Google Shape;65;p1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Fork happy-go-lucky to your account, e.g. friedalex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git clone </a:t>
            </a:r>
            <a:r>
              <a:rPr lang="en" u="sng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3"/>
              </a:rPr>
              <a:t>git@github.com</a:t>
            </a: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:friedalex/happy-go-lucky.git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cd happy-go-lucky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npm install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npm run build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npm run test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npm run generate-mockdata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npm run test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latin typeface="Courier New"/>
                <a:ea typeface="Courier New"/>
                <a:cs typeface="Courier New"/>
                <a:sym typeface="Courier New"/>
              </a:rPr>
              <a:t>npm run dev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6" name="Google Shape;66;p1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Happy Go Lucky Base Design</a:t>
            </a:r>
            <a:endParaRPr/>
          </a:p>
        </p:txBody>
      </p:sp>
      <p:sp>
        <p:nvSpPr>
          <p:cNvPr id="72" name="Google Shape;72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HGL is a web app to support our project based teaching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 admin (professor) can create courses (by semester)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Courses have an associated schedule (homework delivery dates)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Users (anyone) can create projects and add them to courses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project can have one or more members (ADAP = 1, AMOS = 6..12)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project is linked to exactly one GitHub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ADAP and AMOS</a:t>
            </a:r>
            <a:endParaRPr/>
          </a:p>
        </p:txBody>
      </p:sp>
      <p:sp>
        <p:nvSpPr>
          <p:cNvPr id="79" name="Google Shape;79;p12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ADAP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course for a given term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student their own project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Students can create their project</a:t>
            </a:r>
            <a:endParaRPr/>
          </a:p>
        </p:txBody>
      </p:sp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81" name="Google Shape;81;p12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course for a given term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Small number of set projects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Students join existing project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Model (Logically)</a:t>
            </a:r>
            <a:endParaRPr/>
          </a:p>
        </p:txBody>
      </p:sp>
      <p:sp>
        <p:nvSpPr>
          <p:cNvPr id="87" name="Google Shape;87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88" name="Google Shape;88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54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Original HGL Solutions</a:t>
            </a:r>
            <a:endParaRPr/>
          </a:p>
        </p:txBody>
      </p:sp>
      <p:sp>
        <p:nvSpPr>
          <p:cNvPr id="94" name="Google Shape;94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a given project, a member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enter their happiness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send out stand-up emails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review their coding activities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all scoped by the course schedule</a:t>
            </a:r>
            <a:endParaRPr/>
          </a:p>
        </p:txBody>
      </p:sp>
      <p:sp>
        <p:nvSpPr>
          <p:cNvPr id="95" name="Google Shape;95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Your Fav IDE But Keep Cruft Out</a:t>
            </a:r>
            <a:endParaRPr/>
          </a:p>
        </p:txBody>
      </p:sp>
      <p:sp>
        <p:nvSpPr>
          <p:cNvPr id="101" name="Google Shape;101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02" name="Google Shape;10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5760" y="914400"/>
            <a:ext cx="7161581" cy="402335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SQLite Database Browser (myDatabase.db)</a:t>
            </a:r>
            <a:endParaRPr/>
          </a:p>
        </p:txBody>
      </p:sp>
      <p:sp>
        <p:nvSpPr>
          <p:cNvPr id="108" name="Google Shape;108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09" name="Google Shape;109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5760" y="914400"/>
            <a:ext cx="7161581" cy="402335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Optional Homework</a:t>
            </a:r>
            <a:endParaRPr/>
          </a:p>
        </p:txBody>
      </p:sp>
      <p:sp>
        <p:nvSpPr>
          <p:cNvPr id="115" name="Google Shape;115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16" name="Google Shape;116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See this table (same as project, but use table)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 will not be penalized if you don’t participate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You’ll get extra credit if you participate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Extra credit might lift your grade if you are at a grade boundary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View this experience as an idea of your first industry job 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Working With Branches</a:t>
            </a:r>
            <a:endParaRPr/>
          </a:p>
        </p:txBody>
      </p:sp>
      <p:sp>
        <p:nvSpPr>
          <p:cNvPr id="122" name="Google Shape;122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23" name="Google Shape;123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5760" y="914400"/>
            <a:ext cx="8412479" cy="3608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 Work and Git Flow</a:t>
            </a:r>
            <a:endParaRPr/>
          </a:p>
        </p:txBody>
      </p:sp>
      <p:sp>
        <p:nvSpPr>
          <p:cNvPr id="129" name="Google Shape;129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30" name="Google Shape;130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Fork and work from your own repository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Pick and mark item to work on (spreadsheet)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Open pull request and explain what you are going to do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Semantically chunk your work, amend your pull request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Your work may or may not be integrated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0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136" name="Google Shape;136;p20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142" name="Google Shape;142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43" name="Google Shape;143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