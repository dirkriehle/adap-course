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Meta-Object Protocols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D07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be transfered</a:t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72" name="Google Shape;72;p11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