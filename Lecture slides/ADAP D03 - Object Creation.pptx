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Creation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D03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 transferred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72" name="Google Shape;72;p11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