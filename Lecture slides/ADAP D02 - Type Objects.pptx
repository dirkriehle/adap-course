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2fe02fb283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2fe02fb283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fe02fb283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2fe02fb283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39609b2c0c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39609b2c0c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39609b2c0c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39609b2c0c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oss.cs.fau.de" TargetMode="Externa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oss.cs.fau.de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oss.cs.fau.de" TargetMode="Externa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  <a:noFill/>
        </p:spPr>
        <p:txBody>
          <a:bodyPr anchorCtr="0" anchor="b" bIns="27430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grpSp>
        <p:nvGrpSpPr>
          <p:cNvPr id="12" name="Google Shape;12;p2"/>
          <p:cNvGrpSpPr/>
          <p:nvPr/>
        </p:nvGrpSpPr>
        <p:grpSpPr>
          <a:xfrm>
            <a:off x="0" y="2388810"/>
            <a:ext cx="9144000" cy="183000"/>
            <a:chOff x="0" y="2388810"/>
            <a:chExt cx="9144000" cy="183000"/>
          </a:xfrm>
        </p:grpSpPr>
        <p:sp>
          <p:nvSpPr>
            <p:cNvPr id="13" name="Google Shape;13;p2"/>
            <p:cNvSpPr/>
            <p:nvPr/>
          </p:nvSpPr>
          <p:spPr>
            <a:xfrm>
              <a:off x="0" y="2388810"/>
              <a:ext cx="914400" cy="183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914400" y="2388810"/>
              <a:ext cx="1828800" cy="183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2743200" y="2388810"/>
              <a:ext cx="6400800" cy="183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grpSp>
        <p:nvGrpSpPr>
          <p:cNvPr id="18" name="Google Shape;18;p3"/>
          <p:cNvGrpSpPr/>
          <p:nvPr/>
        </p:nvGrpSpPr>
        <p:grpSpPr>
          <a:xfrm>
            <a:off x="0" y="2432304"/>
            <a:ext cx="9144000" cy="91500"/>
            <a:chOff x="0" y="2386584"/>
            <a:chExt cx="9144000" cy="91500"/>
          </a:xfrm>
        </p:grpSpPr>
        <p:sp>
          <p:nvSpPr>
            <p:cNvPr id="19" name="Google Shape;19;p3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3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2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grpSp>
        <p:nvGrpSpPr>
          <p:cNvPr id="26" name="Google Shape;26;p4"/>
          <p:cNvGrpSpPr/>
          <p:nvPr/>
        </p:nvGrpSpPr>
        <p:grpSpPr>
          <a:xfrm>
            <a:off x="0" y="685800"/>
            <a:ext cx="9144000" cy="91500"/>
            <a:chOff x="0" y="2386584"/>
            <a:chExt cx="9144000" cy="91500"/>
          </a:xfrm>
        </p:grpSpPr>
        <p:sp>
          <p:nvSpPr>
            <p:cNvPr id="27" name="Google Shape;27;p4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4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4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274320" y="914400"/>
            <a:ext cx="4114800" cy="4114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46320" y="914400"/>
            <a:ext cx="41148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900" u="sng">
                <a:solidFill>
                  <a:schemeClr val="hlink"/>
                </a:solidFill>
                <a:hlinkClick r:id="rId2"/>
              </a:rPr>
              <a:t>https://oss.cs.fau.de</a:t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35" name="Google Shape;35;p5"/>
          <p:cNvGrpSpPr/>
          <p:nvPr/>
        </p:nvGrpSpPr>
        <p:grpSpPr>
          <a:xfrm>
            <a:off x="0" y="685800"/>
            <a:ext cx="9144000" cy="91500"/>
            <a:chOff x="0" y="2386584"/>
            <a:chExt cx="9144000" cy="91500"/>
          </a:xfrm>
        </p:grpSpPr>
        <p:sp>
          <p:nvSpPr>
            <p:cNvPr id="36" name="Google Shape;36;p5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5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5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2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42" name="Google Shape;42;p6"/>
          <p:cNvGrpSpPr/>
          <p:nvPr/>
        </p:nvGrpSpPr>
        <p:grpSpPr>
          <a:xfrm>
            <a:off x="0" y="685800"/>
            <a:ext cx="9144000" cy="91500"/>
            <a:chOff x="0" y="2386584"/>
            <a:chExt cx="9144000" cy="91500"/>
          </a:xfrm>
        </p:grpSpPr>
        <p:sp>
          <p:nvSpPr>
            <p:cNvPr id="43" name="Google Shape;43;p6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6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hyperlink" Target="https://oss.cs.fau.de" TargetMode="Externa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buNone/>
              <a:defRPr b="1" sz="2400">
                <a:solidFill>
                  <a:schemeClr val="dk2"/>
                </a:solidFill>
              </a:defRPr>
            </a:lvl1pPr>
            <a:lvl2pPr lvl="1" rtl="0" algn="r">
              <a:buNone/>
              <a:defRPr b="1" sz="2400">
                <a:solidFill>
                  <a:schemeClr val="dk2"/>
                </a:solidFill>
              </a:defRPr>
            </a:lvl2pPr>
            <a:lvl3pPr lvl="2" rtl="0" algn="r">
              <a:buNone/>
              <a:defRPr b="1" sz="2400">
                <a:solidFill>
                  <a:schemeClr val="dk2"/>
                </a:solidFill>
              </a:defRPr>
            </a:lvl3pPr>
            <a:lvl4pPr lvl="3" rtl="0" algn="r">
              <a:buNone/>
              <a:defRPr b="1" sz="2400">
                <a:solidFill>
                  <a:schemeClr val="dk2"/>
                </a:solidFill>
              </a:defRPr>
            </a:lvl4pPr>
            <a:lvl5pPr lvl="4" rtl="0" algn="r">
              <a:buNone/>
              <a:defRPr b="1" sz="2400">
                <a:solidFill>
                  <a:schemeClr val="dk2"/>
                </a:solidFill>
              </a:defRPr>
            </a:lvl5pPr>
            <a:lvl6pPr lvl="5" rtl="0" algn="r">
              <a:buNone/>
              <a:defRPr b="1" sz="2400">
                <a:solidFill>
                  <a:schemeClr val="dk2"/>
                </a:solidFill>
              </a:defRPr>
            </a:lvl6pPr>
            <a:lvl7pPr lvl="6" rtl="0" algn="r">
              <a:buNone/>
              <a:defRPr b="1" sz="2400">
                <a:solidFill>
                  <a:schemeClr val="dk2"/>
                </a:solidFill>
              </a:defRPr>
            </a:lvl7pPr>
            <a:lvl8pPr lvl="7" rtl="0" algn="r">
              <a:buNone/>
              <a:defRPr b="1" sz="2400">
                <a:solidFill>
                  <a:schemeClr val="dk2"/>
                </a:solidFill>
              </a:defRPr>
            </a:lvl8pPr>
            <a:lvl9pPr lvl="8" rtl="0" algn="r">
              <a:buNone/>
              <a:defRPr b="1" sz="24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1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creativecommons.org/licenses/by/4.0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oss.cs.fau.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oss.cs.fau.de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mailto:dirk.riehle@fau.de" TargetMode="External"/><Relationship Id="rId4" Type="http://schemas.openxmlformats.org/officeDocument/2006/relationships/hyperlink" Target="https://oss.cs.fau.de" TargetMode="External"/><Relationship Id="rId5" Type="http://schemas.openxmlformats.org/officeDocument/2006/relationships/hyperlink" Target="mailto:dirk@riehle.org" TargetMode="External"/><Relationship Id="rId6" Type="http://schemas.openxmlformats.org/officeDocument/2006/relationships/hyperlink" Target="https://dirkriehle.com" TargetMode="External"/><Relationship Id="rId7" Type="http://schemas.openxmlformats.org/officeDocument/2006/relationships/hyperlink" Target="https://twitter.com/dirkriehle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oss.cs.fau.de" TargetMode="External"/><Relationship Id="rId4" Type="http://schemas.openxmlformats.org/officeDocument/2006/relationships/hyperlink" Target="http://creativecommons.org/licenses/by/4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</a:t>
            </a:r>
            <a:r>
              <a:rPr lang="en"/>
              <a:t> Objects</a:t>
            </a:r>
            <a:endParaRPr/>
          </a:p>
        </p:txBody>
      </p:sp>
      <p:sp>
        <p:nvSpPr>
          <p:cNvPr id="52" name="Google Shape;52;p8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Dirk Riehle, FAU Erlangen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ADAP D02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Licensed under </a:t>
            </a:r>
            <a:r>
              <a:rPr lang="en" sz="1800" u="sng">
                <a:solidFill>
                  <a:schemeClr val="hlink"/>
                </a:solidFill>
                <a:hlinkClick r:id="rId3"/>
              </a:rPr>
              <a:t>CC BY 4.0 International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58" name="Google Shape;58;p9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To be transferred</a:t>
            </a:r>
            <a:endParaRPr/>
          </a:p>
        </p:txBody>
      </p:sp>
      <p:sp>
        <p:nvSpPr>
          <p:cNvPr id="59" name="Google Shape;59;p9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65" name="Google Shape;65;p10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0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 Any questions?</a:t>
            </a:r>
            <a:endParaRPr/>
          </a:p>
        </p:txBody>
      </p:sp>
      <p:sp>
        <p:nvSpPr>
          <p:cNvPr id="72" name="Google Shape;72;p11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dirk.riehle@fau.de</a:t>
            </a:r>
            <a:r>
              <a:rPr lang="en"/>
              <a:t> </a:t>
            </a:r>
            <a:r>
              <a:rPr lang="en" sz="2400"/>
              <a:t>–</a:t>
            </a:r>
            <a:r>
              <a:rPr lang="en"/>
              <a:t>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https://oss.cs.fau.de</a:t>
            </a:r>
            <a:endParaRPr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u="sng">
                <a:solidFill>
                  <a:schemeClr val="hlink"/>
                </a:solidFill>
                <a:hlinkClick r:id="rId5"/>
              </a:rPr>
              <a:t>dirk@riehle.org</a:t>
            </a:r>
            <a:r>
              <a:rPr lang="en" sz="2400"/>
              <a:t> – </a:t>
            </a:r>
            <a:r>
              <a:rPr lang="en" sz="2400" u="sng">
                <a:solidFill>
                  <a:schemeClr val="hlink"/>
                </a:solidFill>
                <a:hlinkClick r:id="rId6"/>
              </a:rPr>
              <a:t>https://dirkriehle.com</a:t>
            </a:r>
            <a:r>
              <a:rPr lang="en" sz="2400"/>
              <a:t> – </a:t>
            </a:r>
            <a:r>
              <a:rPr lang="en" sz="2400" u="sng">
                <a:solidFill>
                  <a:schemeClr val="hlink"/>
                </a:solidFill>
                <a:hlinkClick r:id="rId7"/>
              </a:rPr>
              <a:t>@dirkriehle</a:t>
            </a:r>
            <a:endParaRPr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Legal Notices</a:t>
            </a:r>
            <a:endParaRPr/>
          </a:p>
        </p:txBody>
      </p:sp>
      <p:sp>
        <p:nvSpPr>
          <p:cNvPr id="78" name="Google Shape;78;p12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sp>
        <p:nvSpPr>
          <p:cNvPr id="79" name="Google Shape;79;p12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License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Licensed under the </a:t>
            </a:r>
            <a:r>
              <a:rPr lang="en" u="sng">
                <a:solidFill>
                  <a:schemeClr val="hlink"/>
                </a:solidFill>
                <a:hlinkClick r:id="rId4"/>
              </a:rPr>
              <a:t>CC BY 4.0 International</a:t>
            </a:r>
            <a:r>
              <a:rPr lang="en"/>
              <a:t> license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Copyright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© 2012, 2018, 2024 Dirk Riehle, some rights reserved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OSS Slides Template">
  <a:themeElements>
    <a:clrScheme name="Simple Light">
      <a:dk1>
        <a:srgbClr val="000000"/>
      </a:dk1>
      <a:lt1>
        <a:srgbClr val="FFFFFF"/>
      </a:lt1>
      <a:dk2>
        <a:srgbClr val="404040"/>
      </a:dk2>
      <a:lt2>
        <a:srgbClr val="808080"/>
      </a:lt2>
      <a:accent1>
        <a:srgbClr val="D0D0D0"/>
      </a:accent1>
      <a:accent2>
        <a:srgbClr val="4169E1"/>
      </a:accent2>
      <a:accent3>
        <a:srgbClr val="4CAF50"/>
      </a:accent3>
      <a:accent4>
        <a:srgbClr val="FEB612"/>
      </a:accent4>
      <a:accent5>
        <a:srgbClr val="F36838"/>
      </a:accent5>
      <a:accent6>
        <a:srgbClr val="8E44AD"/>
      </a:accent6>
      <a:hlink>
        <a:srgbClr val="1E9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