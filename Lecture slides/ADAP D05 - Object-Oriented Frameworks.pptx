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23c250b4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23c250b4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46c1982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46c1982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46c1982bb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46c1982b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46c1982bb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46c1982b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46c1982bb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46c1982bb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46c1982bb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46c1982bb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46c1982bb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46c1982bb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3c250b47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3c250b47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e02fb2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e02fb2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46c1982bb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46c1982bb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46c1982bb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46c1982bb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46c1982b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46c1982b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46c1982bb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46c1982bb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46c1982bb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46c1982bb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46c1982bb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46c1982bb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46c1982bb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46c1982bb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46c1982bb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46c1982bb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46c1982bb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46c1982bb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46c1982bb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46c1982bb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46c1982bb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46c1982bb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46c1982bb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46c1982bb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46c1982bb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46c1982bb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46c1982bb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46c1982bb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46c1982bb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46c1982bb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46c1982bb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46c1982bb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46c1982bb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46c1982bb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46c1982bb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46c1982bb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46c1982bb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b46c1982bb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46c1982bb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46c1982bb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46c1982bb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46c1982bb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46c1982bb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46c1982bb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ofriehle.com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ofriehle.com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ofriehle.com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profriehl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https://profriehle.com</a:t>
            </a:r>
            <a:r>
              <a:rPr b="0" lang="en" sz="1000"/>
              <a:t> 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rofriehle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rofriehle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rofriehle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rofriehle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rofriehle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profriehle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rofriehle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profriehle.com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profriehle.co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profriehle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profriehle.co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profriehle.com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profriehle.com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rofriehle.com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profriehle.com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profriehle.com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profriehle.com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profriehle.com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profriehle.com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profriehle.com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profriehle.com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Object-Oriented Frameworks</a:t>
            </a:r>
            <a:endParaRPr/>
          </a:p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D05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Code and runtime c</a:t>
            </a:r>
            <a:r>
              <a:rPr lang="en"/>
              <a:t>omponents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Object oriented f</a:t>
            </a:r>
            <a:r>
              <a:rPr lang="en"/>
              <a:t>rameworks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Use-client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Inheritance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Framework extensions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Meta-object protocol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Layers vs. tiers revisited</a:t>
            </a:r>
            <a:endParaRPr/>
          </a:p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Components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component is some entity with a defined boundary; it should have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internal cohesion and low external coupling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Components can be composed from smaller components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Atomic components may be files (code) or functions (runtime)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components are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code in directories, compiled binaries, etc.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Runtime component are data (with associated code)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or may not map on code components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always either talk about code or runtime components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Components (Classes)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source code files, compiled into a binary or related delivery format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 high cohesion and low coupling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 delivery formats for code components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Java: .class files, jar-files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C: .o files, shared libraries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Web servers: war files, etc.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code is usually compiled into one binary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reused as source code (not even generics/templates)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components can be aggregated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be done mainly for binaries, not source code; is changing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Components and Layers (Recap)</a:t>
            </a:r>
            <a:endParaRPr/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Components (Objects)</a:t>
            </a:r>
            <a:endParaRPr/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or more runtime entities (objects, data) grouped into an entity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 high cohesion and low coupling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boundary around the entities often only exists in an architect’s mind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be captured as part of a system model, but gets resolved at runtime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boundary around the entities can be made more explicit though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Threads or agents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Containers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Runtime components can be composed into larger runtime components</a:t>
            </a:r>
            <a:endParaRPr/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Components and Tiers (Recap)</a:t>
            </a:r>
            <a:endParaRPr/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Code Components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code components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Larger code components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Libraries (also toolkits)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Frameworks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Platforms</a:t>
            </a:r>
            <a:endParaRPr/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Object-Oriented Frameworks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Object-Oriented Framework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object-oriented framework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an abstract object-oriented design that can be reused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default implementation classes that can be used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covers one particular application domain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White-Box Framework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white-box framework is an object-oriented framework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mostly used (applied) by implementing subclasses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the users to understand how it works internally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often still young and immature i.e. developing rapidly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Black-Box Framework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black-box framework is an object-oriented framework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mostly applied (used) by </a:t>
            </a:r>
            <a:r>
              <a:rPr lang="en"/>
              <a:t>composing instances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typically easier to use than a white-box framework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typically in its mature stages (all code is there)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Frameworks vs. Libraries / Toolkits 1 / 2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framework has high cohesion, a library has low cohesion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framework may be both white-box or black-box, a library only black-box</a:t>
            </a:r>
            <a:endParaRPr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Frameworks vs. Libraries 2 / 2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an abstract 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cohesion of classes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Inheritance and delegation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Inheritance interfaces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difficult to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132" name="Google Shape;132;p22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no </a:t>
            </a:r>
            <a:r>
              <a:rPr lang="en"/>
              <a:t>abstract</a:t>
            </a:r>
            <a:r>
              <a:rPr lang="en"/>
              <a:t> 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Mostly individual </a:t>
            </a:r>
            <a:r>
              <a:rPr lang="en"/>
              <a:t>classes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or little use of inheritance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use relationships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Easier to use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 Interfaces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Use-client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Inheritance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Meta-object protocol</a:t>
            </a:r>
            <a:endParaRPr/>
          </a:p>
        </p:txBody>
      </p:sp>
      <p:sp>
        <p:nvSpPr>
          <p:cNvPr id="139" name="Google Shape;139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Use-Client Interface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Use-Client Interface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use-client interface is the traditional interface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Invoked using method calls by client objects on framework objects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practices of defining use-client interfaces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abstract object-oriented design that reflects the domain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interfaces, abstract classes, and implementation classes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collaborations spelling out roles and their responsibilities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exceptions to document behavior in case of failure 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 clear idea of types of objects, for example, value objects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 clear idea of patterns employed to structure the design</a:t>
            </a:r>
            <a:endParaRPr/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Inheritance Interface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Inheritance Interface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inheritance interface uses polymorphism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Subclasses extend the design while conforming to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Leads to inverted control-flow, a.k.a. “Hollywood principle”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practices of defining inheritance interfaces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abstract object oriented design that reflects the domain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the abstract superclass rule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the narrow inheritance interface principle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 clear idea of how to structure the interface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Primitive and composed methods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Factory method, template, method, etc.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Document extension 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 Inheritance Interfaces</a:t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be done</a:t>
            </a:r>
            <a:endParaRPr/>
          </a:p>
        </p:txBody>
      </p:sp>
      <p:sp>
        <p:nvSpPr>
          <p:cNvPr id="170" name="Google Shape;170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Framework Extensions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 Extension</a:t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(framework) extension point (class)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framework class and its inheritance interface intended to be subclassed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framework extension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classes created to apply (use) the framework in its domain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Always a white-box use of the framework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Framework and framework extension are </a:t>
            </a:r>
            <a:r>
              <a:rPr lang="en"/>
              <a:t>separate</a:t>
            </a:r>
            <a:r>
              <a:rPr lang="en"/>
              <a:t> code components</a:t>
            </a:r>
            <a:endParaRPr/>
          </a:p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 Framework Extensions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be done</a:t>
            </a:r>
            <a:endParaRPr/>
          </a:p>
        </p:txBody>
      </p:sp>
      <p:sp>
        <p:nvSpPr>
          <p:cNvPr id="189" name="Google Shape;189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Meta-Object Protocols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Meta-Object Protocol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meta object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object describing another object (the base object)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meta-object protocol (MOP)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use-client interface to the meta objects of a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most common MOP is a language’s reflection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 Meta-Object Protocol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be done</a:t>
            </a:r>
            <a:endParaRPr/>
          </a:p>
        </p:txBody>
      </p:sp>
      <p:sp>
        <p:nvSpPr>
          <p:cNvPr id="208" name="Google Shape;208;p3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Layers vs. Tiers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Objects in a Three-Tier System</a:t>
            </a:r>
            <a:endParaRPr/>
          </a:p>
        </p:txBody>
      </p:sp>
      <p:sp>
        <p:nvSpPr>
          <p:cNvPr id="219" name="Google Shape;219;p3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220" name="Google Shape;22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Code Structure of a Three-Tier System</a:t>
            </a:r>
            <a:endParaRPr/>
          </a:p>
        </p:txBody>
      </p:sp>
      <p:sp>
        <p:nvSpPr>
          <p:cNvPr id="226" name="Google Shape;226;p3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227" name="Google Shape;22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 as Stacking Mechanism</a:t>
            </a:r>
            <a:endParaRPr/>
          </a:p>
        </p:txBody>
      </p:sp>
      <p:sp>
        <p:nvSpPr>
          <p:cNvPr id="233" name="Google Shape;233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Dependencies go from higher to lower code layer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 method calls go from higher to lower 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 flow either returns normally or by way of callbacks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Strict stacking allows only for dependencies on next lower level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Code component dependencies form a directed acyclic graph (DAG)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Tiers as Stacking Mechanism</a:t>
            </a:r>
            <a:endParaRPr/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runtime component (i.e. an object)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Always only exists within one tier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aggregated from data across the code layers</a:t>
            </a:r>
            <a:endParaRPr/>
          </a:p>
        </p:txBody>
      </p: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Code and runtime components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Object oriented frameworks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Use-client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Inheritance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Framework extensions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Meta-object protocol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Layers vs. tiers revisited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254" name="Google Shape;254;p41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260" name="Google Shape;260;p4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DAP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